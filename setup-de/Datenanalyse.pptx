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58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6192" autoAdjust="0"/>
  </p:normalViewPr>
  <p:slideViewPr>
    <p:cSldViewPr snapToGrid="0">
      <p:cViewPr varScale="1">
        <p:scale>
          <a:sx n="75" d="100"/>
          <a:sy n="75" d="100"/>
        </p:scale>
        <p:origin x="1524" y="78"/>
      </p:cViewPr>
      <p:guideLst/>
    </p:cSldViewPr>
  </p:slideViewPr>
  <p:notesTextViewPr>
    <p:cViewPr>
      <p:scale>
        <a:sx n="1" d="1"/>
        <a:sy n="1" d="1"/>
      </p:scale>
      <p:origin x="0" y="-172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Question</a:t>
            </a:r>
          </a:p>
          <a:p>
            <a:r>
              <a:rPr lang="en-US" dirty="0"/>
              <a:t>Define the problem</a:t>
            </a:r>
          </a:p>
          <a:p>
            <a:r>
              <a:rPr lang="en-US" dirty="0"/>
              <a:t>Determine the relevant key metrics</a:t>
            </a:r>
          </a:p>
          <a:p>
            <a:r>
              <a:rPr lang="en-US" dirty="0"/>
              <a:t>What drives customer satisfaction?</a:t>
            </a:r>
          </a:p>
          <a:p>
            <a:r>
              <a:rPr lang="en-US" b="1" dirty="0"/>
              <a:t>Data Collection</a:t>
            </a:r>
          </a:p>
          <a:p>
            <a:r>
              <a:rPr lang="en-US" dirty="0"/>
              <a:t>Gathering data from databases, APIs, web scraping</a:t>
            </a:r>
          </a:p>
          <a:p>
            <a:r>
              <a:rPr lang="en-US" dirty="0"/>
              <a:t>Product reviews, delivery times</a:t>
            </a:r>
          </a:p>
          <a:p>
            <a:r>
              <a:rPr lang="en-US" dirty="0"/>
              <a:t>Prices &amp; discounts</a:t>
            </a:r>
          </a:p>
          <a:p>
            <a:r>
              <a:rPr lang="en-US" b="1" dirty="0"/>
              <a:t>Preparation</a:t>
            </a:r>
          </a:p>
          <a:p>
            <a:r>
              <a:rPr lang="en-US" dirty="0"/>
              <a:t>Cleaning missing or incomplete data</a:t>
            </a:r>
          </a:p>
          <a:p>
            <a:r>
              <a:rPr lang="en-US" dirty="0"/>
              <a:t>Transforming and structuring raw data</a:t>
            </a:r>
          </a:p>
          <a:p>
            <a:r>
              <a:rPr lang="en-US" dirty="0"/>
              <a:t>e.g., EUR, USD</a:t>
            </a:r>
          </a:p>
          <a:p>
            <a:r>
              <a:rPr lang="en-US" b="1" dirty="0"/>
              <a:t>Analysis</a:t>
            </a:r>
          </a:p>
          <a:p>
            <a:r>
              <a:rPr lang="en-US" dirty="0"/>
              <a:t>Statistical evaluation</a:t>
            </a:r>
          </a:p>
          <a:p>
            <a:r>
              <a:rPr lang="en-US" dirty="0"/>
              <a:t>Correlations</a:t>
            </a:r>
          </a:p>
          <a:p>
            <a:r>
              <a:rPr lang="en-US" dirty="0"/>
              <a:t>Pattern recognition</a:t>
            </a:r>
          </a:p>
          <a:p>
            <a:r>
              <a:rPr lang="en-US" dirty="0"/>
              <a:t>Applying models to gain insights</a:t>
            </a:r>
          </a:p>
          <a:p>
            <a:r>
              <a:rPr lang="en-US" b="1" dirty="0"/>
              <a:t>Sharing</a:t>
            </a:r>
          </a:p>
          <a:p>
            <a:r>
              <a:rPr lang="en-US" dirty="0"/>
              <a:t>Reports</a:t>
            </a:r>
          </a:p>
          <a:p>
            <a:r>
              <a:rPr lang="en-US" dirty="0"/>
              <a:t>Presentations</a:t>
            </a:r>
          </a:p>
          <a:p>
            <a:r>
              <a:rPr lang="en-US" dirty="0"/>
              <a:t>Data storytelling</a:t>
            </a:r>
          </a:p>
          <a:p>
            <a:r>
              <a:rPr lang="en-US" dirty="0"/>
              <a:t>Provide clear recommendations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6407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Setup, Data &amp; Data Types</a:t>
            </a:r>
            <a:endParaRPr lang="en-US" dirty="0"/>
          </a:p>
          <a:p>
            <a:r>
              <a:rPr lang="en-US" dirty="0"/>
              <a:t>Install Python, Notebooks, Libraries</a:t>
            </a:r>
          </a:p>
          <a:p>
            <a:r>
              <a:rPr lang="en-US" dirty="0"/>
              <a:t>Overview of Data Types</a:t>
            </a:r>
          </a:p>
          <a:p>
            <a:r>
              <a:rPr lang="en-US" dirty="0"/>
              <a:t>Data | Information</a:t>
            </a:r>
          </a:p>
          <a:p>
            <a:r>
              <a:rPr lang="en-US" b="1" dirty="0"/>
              <a:t>Define Analysis Goals &amp; KPIs</a:t>
            </a:r>
            <a:endParaRPr lang="en-US" dirty="0"/>
          </a:p>
          <a:p>
            <a:r>
              <a:rPr lang="en-US" dirty="0"/>
              <a:t>Identify analysis questions &amp; objectives</a:t>
            </a:r>
          </a:p>
          <a:p>
            <a:r>
              <a:rPr lang="en-US" dirty="0"/>
              <a:t>Link KPIs to business decisions</a:t>
            </a:r>
          </a:p>
          <a:p>
            <a:r>
              <a:rPr lang="en-US" b="1" dirty="0"/>
              <a:t>Data Gathering &amp; Quality</a:t>
            </a:r>
            <a:endParaRPr lang="en-US" dirty="0"/>
          </a:p>
          <a:p>
            <a:r>
              <a:rPr lang="en-US" dirty="0"/>
              <a:t>Collect data: APIs, local files, unstructured data</a:t>
            </a:r>
          </a:p>
          <a:p>
            <a:r>
              <a:rPr lang="en-US" dirty="0"/>
              <a:t>Check completeness, accuracy, consistency</a:t>
            </a:r>
          </a:p>
          <a:p>
            <a:r>
              <a:rPr lang="en-US" dirty="0"/>
              <a:t>Load &amp; inspect datasets</a:t>
            </a:r>
          </a:p>
          <a:p>
            <a:r>
              <a:rPr lang="en-US" dirty="0"/>
              <a:t>Check for missing values, duplicates, formatting</a:t>
            </a:r>
          </a:p>
          <a:p>
            <a:r>
              <a:rPr lang="en-US" b="1" dirty="0"/>
              <a:t>Data Cleaning &amp; Preparation</a:t>
            </a:r>
            <a:endParaRPr lang="en-US" dirty="0"/>
          </a:p>
          <a:p>
            <a:r>
              <a:rPr lang="en-US" dirty="0"/>
              <a:t>Correct missing / incorrect values</a:t>
            </a:r>
          </a:p>
          <a:p>
            <a:r>
              <a:rPr lang="en-US" dirty="0"/>
              <a:t>Standardize formats</a:t>
            </a:r>
          </a:p>
          <a:p>
            <a:r>
              <a:rPr lang="en-US" dirty="0"/>
              <a:t>Transform variables for analysis</a:t>
            </a:r>
          </a:p>
          <a:p>
            <a:r>
              <a:rPr lang="en-US" b="1" dirty="0"/>
              <a:t>Data Modeling &amp; Aggregation</a:t>
            </a:r>
            <a:endParaRPr lang="en-US" dirty="0"/>
          </a:p>
          <a:p>
            <a:r>
              <a:rPr lang="en-US" dirty="0"/>
              <a:t>Organize data into tables &amp; relationships</a:t>
            </a:r>
          </a:p>
          <a:p>
            <a:r>
              <a:rPr lang="en-US" dirty="0"/>
              <a:t>Feature engineering &amp; aggregations</a:t>
            </a:r>
          </a:p>
          <a:p>
            <a:r>
              <a:rPr lang="en-US" b="1" dirty="0"/>
              <a:t>Descriptive Statistics &amp; KPIs</a:t>
            </a:r>
            <a:endParaRPr lang="en-US" dirty="0"/>
          </a:p>
          <a:p>
            <a:r>
              <a:rPr lang="en-US" dirty="0"/>
              <a:t>Mean, Median, Mode, Standard Deviation, Range</a:t>
            </a:r>
          </a:p>
          <a:p>
            <a:r>
              <a:rPr lang="en-US" dirty="0"/>
              <a:t>Correlations &amp; Cross-tabs</a:t>
            </a:r>
          </a:p>
          <a:p>
            <a:r>
              <a:rPr lang="en-US" b="1" dirty="0"/>
              <a:t>Data Visualization</a:t>
            </a:r>
            <a:endParaRPr lang="en-US" dirty="0"/>
          </a:p>
          <a:p>
            <a:r>
              <a:rPr lang="en-US" dirty="0"/>
              <a:t>Classic charts: Bar chart, Histogram, Boxplot, Line chart, Scatter plot</a:t>
            </a:r>
          </a:p>
          <a:p>
            <a:r>
              <a:rPr lang="en-US" dirty="0"/>
              <a:t>Interactive charts</a:t>
            </a:r>
          </a:p>
          <a:p>
            <a:r>
              <a:rPr lang="en-US" b="1" dirty="0"/>
              <a:t>Analytics Workflow &amp; Integration</a:t>
            </a:r>
            <a:endParaRPr lang="en-US" dirty="0"/>
          </a:p>
          <a:p>
            <a:r>
              <a:rPr lang="en-US" dirty="0"/>
              <a:t>Structured workflow</a:t>
            </a:r>
          </a:p>
          <a:p>
            <a:r>
              <a:rPr lang="en-US" dirty="0"/>
              <a:t>Mini case studies using all previous steps</a:t>
            </a:r>
          </a:p>
          <a:p>
            <a:r>
              <a:rPr lang="en-US" b="1" dirty="0"/>
              <a:t>Capstone End-to-End Project</a:t>
            </a:r>
            <a:endParaRPr lang="en-US" dirty="0"/>
          </a:p>
          <a:p>
            <a:r>
              <a:rPr lang="en-US" dirty="0"/>
              <a:t>Complete analysis from question to presentation</a:t>
            </a:r>
          </a:p>
          <a:p>
            <a:r>
              <a:rPr lang="en-US" dirty="0"/>
              <a:t>Apply all learned steps</a:t>
            </a:r>
          </a:p>
          <a:p>
            <a:r>
              <a:rPr lang="en-US" dirty="0"/>
              <a:t>Present &amp; discuss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1942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lidxmt.github.io/data-analysis-course/setup-de/1-setup-pyth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lidxmt.github.io/data-analysis-course/setup-de/3-setup-git-env" TargetMode="External"/><Relationship Id="rId4" Type="http://schemas.openxmlformats.org/officeDocument/2006/relationships/hyperlink" Target="https://alidxmt.github.io/data-analysis-course/setup-de/2-setup-vs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E9CF-4789-C34E-EAA9-7E845897C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4D9C2-3BE3-768E-873A-FCAB40044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lnSpcReduction="10000"/>
          </a:bodyPr>
          <a:lstStyle/>
          <a:p>
            <a:br>
              <a:rPr lang="en-US" sz="3600" b="1" dirty="0"/>
            </a:br>
            <a:r>
              <a:rPr lang="en-US" sz="3600" b="1" dirty="0" err="1"/>
              <a:t>Grundlagen</a:t>
            </a:r>
            <a:r>
              <a:rPr lang="en-US" sz="3600" b="1" dirty="0"/>
              <a:t> | Excel | SQL | Power BI | Python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335652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43AF4DC-A281-4750-7689-04550908EEE8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3CD82926-BF69-61BA-A2B8-AE13D0769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748B9C-7513-93B1-01D3-D7DFFC032034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2E64AC7-D27B-6A45-ACD8-B06D8517723B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F39061-D5C5-812E-6950-4B8E8B63B5C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9" name="Graphic 8" descr="Database">
              <a:extLst>
                <a:ext uri="{FF2B5EF4-FFF2-40B4-BE49-F238E27FC236}">
                  <a16:creationId xmlns:a16="http://schemas.microsoft.com/office/drawing/2014/main" id="{476B54AC-BFD5-F800-D135-AD5B57514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8DFA633-3341-86B8-27F8-C87ACA044166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1494EC8-C6E2-9439-105B-EAC73E3DA858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9" name="Graphic 18" descr="Checklist">
            <a:extLst>
              <a:ext uri="{FF2B5EF4-FFF2-40B4-BE49-F238E27FC236}">
                <a16:creationId xmlns:a16="http://schemas.microsoft.com/office/drawing/2014/main" id="{5674ACFB-94AF-E452-F96B-AA1A76DC1C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E7AF935-C9DA-A1C8-F302-67A8ABEAB3C3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98568F5-E42F-8BB3-A490-D5BE0EF78F44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3" name="Graphic 12" descr="Research">
            <a:extLst>
              <a:ext uri="{FF2B5EF4-FFF2-40B4-BE49-F238E27FC236}">
                <a16:creationId xmlns:a16="http://schemas.microsoft.com/office/drawing/2014/main" id="{A19EC08F-EE9E-EEC3-70FF-6AA50E2E51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7E938B-C533-53F6-0B07-680FA385DE68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C62606D-036F-F460-EAC8-BF67CF336768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5" name="Graphic 14" descr="Share">
            <a:extLst>
              <a:ext uri="{FF2B5EF4-FFF2-40B4-BE49-F238E27FC236}">
                <a16:creationId xmlns:a16="http://schemas.microsoft.com/office/drawing/2014/main" id="{FF895700-3132-0648-A450-8F1704B896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007D182-B808-E93F-8C23-74CEF8A12818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38733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Jupzter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Überblick über Datentypen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2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3350414-66B4-C647-894A-7083B12CF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  <a:endParaRPr lang="LID4096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EB4BC45-F75A-72D7-B0DE-B45A8055C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b="1" dirty="0"/>
              <a:t>Bitte folgen Sie den Setup-Anweisungen Schritt für Schritt:</a:t>
            </a:r>
          </a:p>
          <a:p>
            <a:endParaRPr lang="de-DE" sz="1800" dirty="0"/>
          </a:p>
          <a:p>
            <a:r>
              <a:rPr lang="de-DE" sz="1800" b="1" dirty="0"/>
              <a:t>Python einrichten</a:t>
            </a:r>
            <a:br>
              <a:rPr lang="de-DE" sz="1800" dirty="0"/>
            </a:br>
            <a:r>
              <a:rPr lang="de-DE" sz="1800" dirty="0"/>
              <a:t>Link: </a:t>
            </a:r>
            <a:r>
              <a:rPr lang="de-DE" sz="1800" dirty="0">
                <a:hlinkClick r:id="rId3"/>
              </a:rPr>
              <a:t>https://alidxmt.github.io/data-analysis-course/setup-de/1-setup-python</a:t>
            </a:r>
            <a:endParaRPr lang="de-DE" sz="1800" dirty="0"/>
          </a:p>
          <a:p>
            <a:r>
              <a:rPr lang="de-DE" sz="1800" b="1" dirty="0" err="1"/>
              <a:t>VSCode</a:t>
            </a:r>
            <a:r>
              <a:rPr lang="de-DE" sz="1800" b="1" dirty="0"/>
              <a:t> einrichten</a:t>
            </a:r>
            <a:br>
              <a:rPr lang="de-DE" sz="1800" dirty="0"/>
            </a:br>
            <a:r>
              <a:rPr lang="de-DE" sz="1800" dirty="0"/>
              <a:t>Link: </a:t>
            </a:r>
            <a:r>
              <a:rPr lang="de-DE" sz="1800" dirty="0">
                <a:hlinkClick r:id="rId4"/>
              </a:rPr>
              <a:t>https://alidxmt.github.io/data-analysis-course/setup-de/2-setup-vscode</a:t>
            </a:r>
            <a:endParaRPr lang="de-DE" sz="1800" dirty="0"/>
          </a:p>
          <a:p>
            <a:r>
              <a:rPr lang="de-DE" sz="1800" b="1" dirty="0" err="1"/>
              <a:t>Git</a:t>
            </a:r>
            <a:r>
              <a:rPr lang="de-DE" sz="1800" b="1" dirty="0"/>
              <a:t>-Umgebung einrichten</a:t>
            </a:r>
            <a:br>
              <a:rPr lang="de-DE" sz="1800" dirty="0"/>
            </a:br>
            <a:r>
              <a:rPr lang="de-DE" sz="1800" dirty="0"/>
              <a:t>Link: </a:t>
            </a:r>
            <a:r>
              <a:rPr lang="de-DE" sz="1800" dirty="0">
                <a:hlinkClick r:id="rId5"/>
              </a:rPr>
              <a:t>https://alidxmt.github.io/data-analysis-course/setup-de/3-setup-git-env</a:t>
            </a:r>
            <a:endParaRPr lang="de-DE" sz="1800" dirty="0"/>
          </a:p>
          <a:p>
            <a:r>
              <a:rPr lang="de-DE" sz="1800" dirty="0"/>
              <a:t>Bitte öffnen Sie jeden Link nacheinander und folgen Sie den Anweisungen sorgfältig.</a:t>
            </a:r>
          </a:p>
          <a:p>
            <a:endParaRPr lang="LID4096" sz="1800" dirty="0"/>
          </a:p>
        </p:txBody>
      </p:sp>
    </p:spTree>
    <p:extLst>
      <p:ext uri="{BB962C8B-B14F-4D97-AF65-F5344CB8AC3E}">
        <p14:creationId xmlns:p14="http://schemas.microsoft.com/office/powerpoint/2010/main" val="2672100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2031</TotalTime>
  <Words>547</Words>
  <Application>Microsoft Office PowerPoint</Application>
  <PresentationFormat>Widescreen</PresentationFormat>
  <Paragraphs>147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Datenanalyse Data Analysis</vt:lpstr>
      <vt:lpstr>PowerPoint Presentation</vt:lpstr>
      <vt:lpstr>PowerPoint Presentation</vt:lpstr>
      <vt:lpstr>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16</cp:revision>
  <dcterms:created xsi:type="dcterms:W3CDTF">2026-02-20T09:06:58Z</dcterms:created>
  <dcterms:modified xsi:type="dcterms:W3CDTF">2026-02-21T19:02:25Z</dcterms:modified>
</cp:coreProperties>
</file>