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29595-AE29-8F78-6250-FE6DBB183C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B830E-06C9-E616-457D-0469587FD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EFBF3-5437-9432-6F3C-E9696BAED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8D0A7-A4B8-8D6A-B20D-D4EED41F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5C235-37A2-169F-89F1-6CEEDE74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6381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3155-3098-3396-23EF-4D00FB95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7B2B4-2744-4FA6-1DCE-04083BE85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AA7CE-1D79-8F9E-2161-29793B3B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907A2-F4AA-C22D-91E7-6BACD48B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D31A0-F851-DC6F-6FAE-179D6AAB0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8988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BBF6-43C8-1202-C842-3AEB0A792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E51AA-9DDF-9B9E-C7A3-804260F61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6152C-741A-690F-95E2-4CEEA150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A4312-5CEF-0E6E-F0FC-2158396D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BCB96-F2F1-AD45-314A-F5DA6562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72084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8164-1E83-B846-266B-64E7E034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46D78-13A3-57B9-A9E6-4C101CB19A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8BB16-6D83-DE01-79A2-554AB22A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EB16E-8897-8C72-0C20-5DC3F49B6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38E4E-E4C2-594D-0EE2-5C3B7396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E9FD8-C8E1-4BD4-A517-B0ADD5159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2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16434-7761-D029-FB66-4F80A49D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CFE8E-4227-8C0A-BD8C-41F2C2A45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8F3CFA-B49D-50D6-2E0E-49392FCB2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E9783-D65C-C0F6-AABC-EF1ECF7CC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DFE071-5FD8-2DB5-E332-AC4CDBA99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2764CB-223F-2456-6217-BD105CBD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D3798B-ECD3-32E9-9B74-6D761E3A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E2443F-87BD-CFD1-8A4C-CA0D911E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171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7B514-5C0F-91C8-9086-96E98E2BA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67521-6441-49DD-657C-A9F9ECCE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29684F-ADC5-40EE-29F5-352B32B7C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7310E-84BC-1668-4738-8C6506C2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273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B1DE42-EFFF-52A5-9069-2558A060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36EE09-01B8-5E7D-A9AC-ECED3892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83AEB-9C93-CF86-D334-CE30895D0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1403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63A1B-8068-C274-CEAF-492A5CC6B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ADB75-B5C7-6302-3091-FF9573490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3D8E1-0759-B964-DB0B-A80FF1603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8116D-4DFE-FAC6-4C4B-A53BD3CFD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F31FB-ED89-D4B0-A7DA-C57424FED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EEBD40-61C2-7E15-336F-F34935FD7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0479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10F3-140C-EFEB-F2FA-739E5E7D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EE401B-004D-0780-B8E4-3F1FB20EAB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3150E9-B00B-0542-A850-0B34BE69F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8DC802-98E2-7466-6330-337163929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EB337-7B9A-EE26-F59D-F3FBC68B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A4C702-6F8D-DDAE-83A4-E9A2ADCE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9038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30964-B1E6-1C1B-491D-8D87B5307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A3D5C-B633-CC1B-AA44-E499C1CBE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A48F7-B899-0EA5-94AE-D4B3533A6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3F8E2-1843-33D6-C8C9-6A5720DFF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F2A81-7DFE-29D5-C375-A137C2555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63602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90F015-E7EA-2A69-6323-A3EB90C827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ACB86-CF84-A074-9A1F-2F408DD4E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30080-38B2-3A79-5209-5EEE297BD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A3FF9-0028-4556-8BB5-EE36D45F941B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CF3C8-BDA0-EBA1-09D5-D77B02FE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075F-0BE7-8E63-5582-D8F0FED4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5657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C28348-1E0F-4158-DFB4-4EF9E069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52730-C780-711F-8EC9-A46588BC7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E76EE-5EE3-0069-FE21-07534E8C34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5A3FF9-0028-4556-8BB5-EE36D45F941B}" type="datetimeFigureOut">
              <a:rPr lang="LID4096" smtClean="0"/>
              <a:t>02/20/2026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AFFDE-209F-EABB-F557-E838A5D21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54F25-00E5-EC11-F2EE-A05BD6D65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0C1A5-03DE-470F-9F9D-57755EEE9BEE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9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lidxmt.github.io/data-analysis-course/setup-de/2-setup-vscode" TargetMode="External"/><Relationship Id="rId2" Type="http://schemas.openxmlformats.org/officeDocument/2006/relationships/hyperlink" Target="https://alidxmt.github.io/data-analysis-course/setup-de/1-setup-pytho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lidxmt.github.io/data-analysis-course/setup-de/3-setup-git-en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DE9CF-4789-C34E-EAA9-7E845897C4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 err="1">
                <a:solidFill>
                  <a:schemeClr val="accent1">
                    <a:lumMod val="75000"/>
                  </a:schemeClr>
                </a:solidFill>
              </a:rPr>
              <a:t>Datenanalyse</a:t>
            </a:r>
            <a:b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b="1" dirty="0"/>
              <a:t>Data Analysis</a:t>
            </a:r>
            <a:endParaRPr lang="LID4096" sz="80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34D9C2-3BE3-768E-873A-FCAB40044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89213"/>
          </a:xfrm>
        </p:spPr>
        <p:txBody>
          <a:bodyPr>
            <a:normAutofit lnSpcReduction="10000"/>
          </a:bodyPr>
          <a:lstStyle/>
          <a:p>
            <a:br>
              <a:rPr lang="en-US" sz="3600" b="1" dirty="0"/>
            </a:br>
            <a:r>
              <a:rPr lang="en-US" sz="3600" b="1" dirty="0" err="1"/>
              <a:t>Grundlagen</a:t>
            </a:r>
            <a:r>
              <a:rPr lang="en-US" sz="3600" b="1" dirty="0"/>
              <a:t> | Excel | SQL | Power BI | Python</a:t>
            </a:r>
            <a:endParaRPr lang="LID4096" sz="3600" b="1" dirty="0"/>
          </a:p>
        </p:txBody>
      </p:sp>
    </p:spTree>
    <p:extLst>
      <p:ext uri="{BB962C8B-B14F-4D97-AF65-F5344CB8AC3E}">
        <p14:creationId xmlns:p14="http://schemas.microsoft.com/office/powerpoint/2010/main" val="3356520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A6A79-3955-5F94-A047-9E915C30B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Week 1 — Foundations</a:t>
            </a:r>
          </a:p>
          <a:p>
            <a:r>
              <a:rPr lang="en-US" dirty="0"/>
              <a:t>Setup, Data &amp; Data Types</a:t>
            </a:r>
          </a:p>
          <a:p>
            <a:r>
              <a:rPr lang="en-US" dirty="0"/>
              <a:t>Goals of Analytics &amp; KPIs (Question → Data → Decision)</a:t>
            </a:r>
          </a:p>
          <a:p>
            <a:r>
              <a:rPr lang="en-US" dirty="0"/>
              <a:t>Data Collection &amp; Quality (APIs, Local, Unstructured Data)</a:t>
            </a:r>
          </a:p>
          <a:p>
            <a:r>
              <a:rPr lang="en-US" dirty="0"/>
              <a:t>Descriptive Statistics I (Concepts &amp; Hands-On Notebook)</a:t>
            </a:r>
          </a:p>
          <a:p>
            <a:r>
              <a:rPr lang="en-US" dirty="0"/>
              <a:t>Data Visualization (Classical &amp; Creative Techniques)</a:t>
            </a:r>
          </a:p>
          <a:p>
            <a:endParaRPr lang="en-US" dirty="0"/>
          </a:p>
          <a:p>
            <a:r>
              <a:rPr lang="en-US" b="1" dirty="0"/>
              <a:t>Week 2 — Application &amp; Practice</a:t>
            </a:r>
          </a:p>
          <a:p>
            <a:r>
              <a:rPr lang="en-US" dirty="0"/>
              <a:t>Data Cleaning &amp; Preparation (Checking &amp; Fixing Data)</a:t>
            </a:r>
          </a:p>
          <a:p>
            <a:r>
              <a:rPr lang="en-US" dirty="0"/>
              <a:t>KPIs &amp; Business Context in Practice (Domain, Monitoring, Decision Making)</a:t>
            </a:r>
          </a:p>
          <a:p>
            <a:r>
              <a:rPr lang="en-US" dirty="0"/>
              <a:t>Analytics Workflow Applied (CRISP-DM)</a:t>
            </a:r>
          </a:p>
          <a:p>
            <a:r>
              <a:rPr lang="en-US" dirty="0"/>
              <a:t>Data Modeling &amp; Aggregation Practice</a:t>
            </a:r>
          </a:p>
          <a:p>
            <a:r>
              <a:rPr lang="en-US" dirty="0"/>
              <a:t>Capstone Case Study: End-to-End Analysis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E8D483F-DD01-6E97-87D3-7D099C40F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 err="1">
                <a:latin typeface="+mn-lt"/>
              </a:rPr>
              <a:t>Methodische</a:t>
            </a:r>
            <a:r>
              <a:rPr lang="en-US" sz="4000" b="1" dirty="0">
                <a:latin typeface="+mn-lt"/>
              </a:rPr>
              <a:t> </a:t>
            </a:r>
            <a:r>
              <a:rPr lang="en-US" sz="4000" b="1" dirty="0" err="1">
                <a:latin typeface="+mn-lt"/>
              </a:rPr>
              <a:t>Grundlagen</a:t>
            </a:r>
            <a:r>
              <a:rPr lang="en-US" sz="4000" b="1" dirty="0">
                <a:latin typeface="+mn-lt"/>
              </a:rPr>
              <a:t> der </a:t>
            </a:r>
            <a:r>
              <a:rPr lang="en-US" sz="4000" b="1" dirty="0" err="1">
                <a:latin typeface="+mn-lt"/>
              </a:rPr>
              <a:t>Datenanalyse</a:t>
            </a:r>
            <a:endParaRPr lang="en-US" sz="4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83913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3350414-66B4-C647-894A-7083B12CF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</a:t>
            </a:r>
            <a:endParaRPr lang="LID4096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EB4BC45-F75A-72D7-B0DE-B45A8055C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800" b="1" dirty="0"/>
              <a:t>Bitte folgen Sie den Setup-Anweisungen Schritt für Schritt:</a:t>
            </a:r>
          </a:p>
          <a:p>
            <a:endParaRPr lang="de-DE" sz="1800" dirty="0"/>
          </a:p>
          <a:p>
            <a:r>
              <a:rPr lang="de-DE" sz="1800" b="1" dirty="0"/>
              <a:t>Python einrichten</a:t>
            </a:r>
            <a:br>
              <a:rPr lang="de-DE" sz="1800" dirty="0"/>
            </a:br>
            <a:r>
              <a:rPr lang="de-DE" sz="1800" dirty="0"/>
              <a:t>Link: </a:t>
            </a:r>
            <a:r>
              <a:rPr lang="de-DE" sz="1800" dirty="0">
                <a:hlinkClick r:id="rId2"/>
              </a:rPr>
              <a:t>https://alidxmt.github.io/data-analysis-course/setup-de/1-setup-python</a:t>
            </a:r>
            <a:endParaRPr lang="de-DE" sz="1800" dirty="0"/>
          </a:p>
          <a:p>
            <a:r>
              <a:rPr lang="de-DE" sz="1800" b="1" dirty="0" err="1"/>
              <a:t>VSCode</a:t>
            </a:r>
            <a:r>
              <a:rPr lang="de-DE" sz="1800" b="1" dirty="0"/>
              <a:t> einrichten</a:t>
            </a:r>
            <a:br>
              <a:rPr lang="de-DE" sz="1800" dirty="0"/>
            </a:br>
            <a:r>
              <a:rPr lang="de-DE" sz="1800" dirty="0"/>
              <a:t>Link: </a:t>
            </a:r>
            <a:r>
              <a:rPr lang="de-DE" sz="1800" dirty="0">
                <a:hlinkClick r:id="rId3"/>
              </a:rPr>
              <a:t>https://alidxmt.github.io/data-analysis-course/setup-de/2-setup-vscode</a:t>
            </a:r>
            <a:endParaRPr lang="de-DE" sz="1800" dirty="0"/>
          </a:p>
          <a:p>
            <a:r>
              <a:rPr lang="de-DE" sz="1800" b="1" dirty="0" err="1"/>
              <a:t>Git</a:t>
            </a:r>
            <a:r>
              <a:rPr lang="de-DE" sz="1800" b="1" dirty="0"/>
              <a:t>-Umgebung einrichten</a:t>
            </a:r>
            <a:br>
              <a:rPr lang="de-DE" sz="1800" dirty="0"/>
            </a:br>
            <a:r>
              <a:rPr lang="de-DE" sz="1800" dirty="0"/>
              <a:t>Link: </a:t>
            </a:r>
            <a:r>
              <a:rPr lang="de-DE" sz="1800" dirty="0">
                <a:hlinkClick r:id="rId4"/>
              </a:rPr>
              <a:t>https://alidxmt.github.io/data-analysis-course/setup-de/3-setup-git-env</a:t>
            </a:r>
            <a:endParaRPr lang="de-DE" sz="1800" dirty="0"/>
          </a:p>
          <a:p>
            <a:r>
              <a:rPr lang="de-DE" sz="1800" dirty="0"/>
              <a:t>Bitte öffnen Sie jeden Link nacheinander und folgen Sie den Anweisungen sorgfältig.</a:t>
            </a:r>
          </a:p>
          <a:p>
            <a:endParaRPr lang="LID4096" sz="1800" dirty="0"/>
          </a:p>
        </p:txBody>
      </p:sp>
    </p:spTree>
    <p:extLst>
      <p:ext uri="{BB962C8B-B14F-4D97-AF65-F5344CB8AC3E}">
        <p14:creationId xmlns:p14="http://schemas.microsoft.com/office/powerpoint/2010/main" val="2672100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</TotalTime>
  <Words>194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Datenanalyse Data Analysis</vt:lpstr>
      <vt:lpstr>Methodische Grundlagen der Datenanalyse</vt:lpstr>
      <vt:lpstr>Setup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zolfagharian</dc:creator>
  <cp:lastModifiedBy>ali zolfagharian</cp:lastModifiedBy>
  <cp:revision>4</cp:revision>
  <dcterms:created xsi:type="dcterms:W3CDTF">2026-02-20T09:06:58Z</dcterms:created>
  <dcterms:modified xsi:type="dcterms:W3CDTF">2026-02-20T23:48:18Z</dcterms:modified>
</cp:coreProperties>
</file>